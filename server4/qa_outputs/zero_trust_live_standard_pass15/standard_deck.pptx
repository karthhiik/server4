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creates a single control-plane failure for IoT devices and edge computing.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DIDs Move Trust To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Self-healing security layer uses decentralized identifiers (DIDs) and zero-knowledge proofs.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sub-millisecond authentication for Edge Computing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$O(1)$ Scalability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Hardware-Root-of-Trust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Coordinates Edge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Neural-Guardian consensus algorithm coordinates local trust state without a central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Neural-Guardian consensus algorithm shares trust state across 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Local quorum decisions remove dependence on a central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Technical VCs and senior security architects need identity orchestration for bandwidth-constrained edge fleets.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6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designs add latency, bandwidth dependence, and concentrated trust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7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Roadmap Scales Node To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8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Security Architects Need Execution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Securing Edge Computing with Decentralized 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9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Product Roadmap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Device-Fleet Pricing Needs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Financial projections should use founder-provided revenue and deployment data before investor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Securing Edge Computing with Decentralized Identifiers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Inter"/>
              </a:rPr>
              <a:t>Autonomous Zero-Trust Identity for Edge Fleets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C9CB"/>
                </a:solidFill>
                <a:latin typeface="Inter"/>
              </a:rPr>
              <a:t>Investor pitch for technical VCs and senior security architects evaluating edge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Is Ready For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Diligence focus: O(1) verification, low-bandwidth operation, and Neural-Guardian consensus.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14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