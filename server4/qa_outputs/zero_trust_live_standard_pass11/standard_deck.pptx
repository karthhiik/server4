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Vulnerable devices and increasing attack surfaces necessitate autonomous zero-trust identity orchestration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solution for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Autonomous zero-trust identity orchestration fuels edge computing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55245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55245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Edge computing market size (): $1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3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0300" y="2217420"/>
            <a:ext cx="55245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300" y="4727448"/>
            <a:ext cx="55245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Enterprise adoption of edge computing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Consensus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secure Edge Computing with decentralized Trust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sub-millisecond authentication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Scalability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Edge Computing with linear performance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1ms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Average authentication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Securely integrating hardware-root-of-trust for trusted execution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Secure authentication for Edge Computing with zero-knowledge proofs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7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Advantage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management outperforms traditional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8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Early validation from IoT leaders and successful pilots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IoT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Founders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Seasoned security experts with Edge Computing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Edge Growth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Driving revenue through secure Edge Computing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Funding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Supporting Edge Computing Identity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Proposed Funding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Identity Orchestration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Secure Edge Computing with Decentralized Identifiers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Advancing Trust Identity Orchestration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