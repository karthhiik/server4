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heguardian.com/us-news/2026/may/14/state-income-tax-cuts-republicans-missouri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Current approaches concentrate control, latency, and breach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DIDs Move Trust To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Self-healing security layer uses decentralized identifiers (DIDs) and zero-knowledge proofs.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Decentralized Identifiers (DIDs) anchor trust for each IoT device.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Zero-knowledge proofs verify credentials without exposing raw data.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Neural-Guardian consensus algorithm coordinates peer-to-peer attestation.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Decentralized identifiers (DIDs) let devices prove identity without a central authority.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Zero-knowledge proofs verify claims while keeping device secrets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ZK Proofs Authenticate Without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Zero-knowledge proofs authenticate devices without exposing secrets or centralizing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Sub-Millisecond Auth Fits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Less than 1 ms authentication remains practical in low-bandwidth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Technical VCs and senior security architects need identity orchestration for bandwidth-constrained edge fleets.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$1.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4tn Spending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9EA0A2"/>
                </a:solidFill>
                <a:latin typeface="Inter"/>
              </a:rPr>
              <a:t>Sources: </a:t>
            </a:r>
            <a:r>
              <a:rPr sz="800">
                <a:solidFill>
                  <a:srgbClr val="A78BFA"/>
                </a:solidFill>
                <a:latin typeface="Inter"/>
                <a:hlinkClick r:id="rId2"/>
              </a:rPr>
              <a:t>Republicans’ plan for zero state income tax could be ‘devastating’, experts warn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Capital accelerates our first production pilots with industrial IoT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Inter"/>
              </a:rPr>
              <a:t>Autonomous Zero-Trust Identity for Edge Fleets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C9CB"/>
                </a:solidFill>
                <a:latin typeface="Inter"/>
              </a:rPr>
              <a:t>Investor pitch for technical VCs and senior security architects evaluating edge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ZK Proofs Authenticate Without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Step one: capture the minimum required identity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7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O(1) Scaling Avoids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Constant-time O(1) scalability keeps verification work stable as device fleets expand.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 Roots Anchor Device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Hardware-root-of-trust anchors DID keys before each edge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9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Coordinates Edge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Neural-Guardian consensus algorithm coordinates local trust state without a central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Usage Pricing Follows Device Fleets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Pricing should map to measurable customer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designs add latency, bandwidth dependence, and concentrated trust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Architect-Led GTM Starts At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Start with technical buyers who own deployment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Start with technical buyers who own depl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26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6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Pilot scope should prove security and 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Expansion depends on measurable reliabil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Is Ready For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Diligence focus: O(1) verification, low-bandwidth operation, and Neural-Guardian consensus.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14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