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Central Authority Fails IoT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Central authority creates a single control-plane failure for IoT devices and edge computing.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Edge Fleets Need Local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Technical VCs and senior security architects need identity orchestration for bandwidth-constrained edge fleets.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DIDs Move Trust To Devices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Self-healing security layer uses decentralized identifiers (DIDs) and zero-knowledge proofs.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11277600" cy="418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IoT Devices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Decentralized Identifiers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Zero-Knowledge Proofs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Neural-Guardian Consensus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Edge Computing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Autonomous Security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Sub-Millisecond ZK Auth At 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Local proof verification targets sub-millisecond authentication without exposing device secrets.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3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No Central Bottleneck Is The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Decentralized identity orchestration outperforms traditional security solutions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55245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55245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4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tuple index out of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Hardware Roots Anchor Device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Hardware-root-of-trust anchors DID keys before each edge session.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11277600" cy="418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Hardware-Root-of-Trust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Trusted Execution Environment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Secure Boot Process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Autonomous Identity Orchestration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Edge Computing Devices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Zero-Trust Security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Neural-Guardian Coordinates Edge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Neural-Guardian consensus algorithm coordinates local trust state without a central authority.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11277600" cy="418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Edge Node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Identity Orchestrator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Consensus Algorithm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Decentralized Network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Zero-Trust 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ZK Proofs Protect Device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Zero-knowledge proofs minimize exposure while self-healing policies quarantine suspicious devices.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17420"/>
            <a:ext cx="11277600" cy="4183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Autonomous threat detection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Zero-Trust Identity management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Secure Edge Computing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Zero-knowledge proof flows reduce exposed identity data.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F8FAFC"/>
                </a:solidFill>
                <a:latin typeface="Inter"/>
              </a:rPr>
              <a:t>• Self-healing remediation rotates credentials after anomalous behavior.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Sub-Millisecond Authentication Latency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5524500" cy="493776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524500" cy="2962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425696"/>
            <a:ext cx="5524500" cy="197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Average latency: μs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0300" y="1463040"/>
            <a:ext cx="5524500" cy="493776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0300" y="1463040"/>
            <a:ext cx="5524500" cy="2962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0300" y="4425696"/>
            <a:ext cx="5524500" cy="19751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99th percentile latency: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Architects Need Decentralized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9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No Central Bottleneck Is The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Central authority designs add latency, bandwidth dependence, and concentrated trust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55245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55245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10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tuple index out of 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Security Architects Need Execution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Execution requires cryptography, embedded security, and senior security architect credibility.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11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Capital Funds Proof And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Financial projections should use founder-provided revenue and deployment data before investor 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12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Capital Funds Proof And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Investor pitch ask funds proof hardening, hardware integrations, and pilot deployments.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8FAFC"/>
                </a:solidFill>
                <a:latin typeface="Inter"/>
              </a:rPr>
              <a:t>Slide 13 could not be exported.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EA0A2"/>
                </a:solidFill>
                <a:latin typeface="Inter"/>
              </a:rPr>
              <a:t>Reason: 'int' object is not iterable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8FAFC"/>
                </a:solidFill>
                <a:latin typeface="Inter"/>
              </a:rPr>
              <a:t>Neural-Guardian Is Ready For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7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7C9CB"/>
                </a:solidFill>
                <a:latin typeface="Inter"/>
              </a:rPr>
              <a:t>Diligence focus: O(1) verification, low-bandwidth operation, and Neural-Guardian consensus.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17420"/>
            <a:ext cx="11277600" cy="4183380"/>
          </a:xfrm>
          <a:prstGeom prst="roundRect">
            <a:avLst/>
          </a:prstGeom>
          <a:solidFill>
            <a:srgbClr val="1111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2217420"/>
            <a:ext cx="11277600" cy="25100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3B82F6"/>
                </a:solidFill>
                <a:latin typeface="Inter"/>
              </a:rPr>
              <a:t>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27448"/>
            <a:ext cx="11277600" cy="1673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C7C9CB"/>
                </a:solidFill>
                <a:latin typeface="Inter"/>
              </a:rPr>
              <a:t>Security Breaches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4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9EA0A2"/>
                </a:solidFill>
                <a:latin typeface="Inter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Zero-Trust Identity Orchestration for Edge Computing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