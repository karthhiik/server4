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7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Inter"/>
              </a:rPr>
              <a:t>Autonomous Zero-Trust Identity for Edge Fleets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1127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7C9CB"/>
                </a:solidFill>
                <a:latin typeface="Inter"/>
              </a:rPr>
              <a:t>Investor pitch for technical VCs and senior security architects evaluating edge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Central Authority Fails IoT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Central authority creates a single control-plane failure for IoT devices and edge computing.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DIDs Move Trust To Devices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Self-healing security layer uses decentralized identifiers (DIDs) and zero-knowledge proofs.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Our Autonomous Zero-Trust Today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Decentralized identity orchestration for edge computing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Edge Devices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Identity Manager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Consensus Algorithm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Blockchain Network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Autonomous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Autonomous Zero-Trust Edge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Enabling secure and efficient identity orchestration for Edge Computing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112776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112776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1ms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112776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Authentication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O(1) Scaling Avoids Bottlenecks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Linear growth for Edge Computing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5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Hardware Roots Anchor Device Trust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Hardware-root-of-trust anchors DID keys before each edge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6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Edge Fleets Need Local Identity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Technical VCs and senior security architects need identity orchestration for bandwidth-constrained edge fleets.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7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No Central Bottleneck Is The Moat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Central authority designs add latency, bandwidth dependence, and concentrated trust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36068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8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tuple index out of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Roadmap Scales Node To Fleet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Roadmap moves from prototype to edge pilots to production fleet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Prototype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06140"/>
            <a:ext cx="360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C9CB"/>
                </a:solidFill>
                <a:latin typeface="Inter"/>
              </a:rPr>
              <a:t>Completed Autonomous Zero-Trust Identity Orchestration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6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6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Pilot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600" y="3406140"/>
            <a:ext cx="360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C9CB"/>
                </a:solidFill>
                <a:latin typeface="Inter"/>
              </a:rPr>
              <a:t>Initiated pilot deployments for Edge Computing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2217420"/>
            <a:ext cx="360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Inter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2720340"/>
            <a:ext cx="360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Inter"/>
              </a:rPr>
              <a:t>Security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3406140"/>
            <a:ext cx="360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C9CB"/>
                </a:solidFill>
                <a:latin typeface="Inter"/>
              </a:rPr>
              <a:t>Implemented advanced security features for Identity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Security Architects Need Execution Depth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Seasoned professionals in Autonomous Zero-Trust Identity Orchestration for Edge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Our team consists of seasoned security experts with a proven track record in developing and deploying secure and effective solutions.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Capital Funds Proof And Deployment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Scalable security solutions for Edge Computing drive financial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Capital Funds Proof And Deployment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Supporting Edge Computing Security through Autonomous Identity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Join the Edge Security Revolution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Neural-Guardian Is Ready For Diligence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Diligence focus: O(1) verification, low-bandwidth operation, and Neural-Guardian consensus.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112776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112776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112776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Trust Assumed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Zero-Trust Identity Orchestration for Edge Computing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