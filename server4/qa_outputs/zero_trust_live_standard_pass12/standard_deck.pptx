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Central Authority Fails IoT Trust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Exposing vulnerabilities in traditional IoT security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Edge Fleets Need Local Identity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Autonomous Zero-Trust Identity Orchestration drives growth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17420"/>
            <a:ext cx="5524500" cy="418338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217420"/>
            <a:ext cx="5524500" cy="2510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3B82F6"/>
                </a:solidFill>
                <a:latin typeface="Inter"/>
              </a:rPr>
              <a:t>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27448"/>
            <a:ext cx="552450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7C9CB"/>
                </a:solidFill>
                <a:latin typeface="Inter"/>
              </a:rPr>
              <a:t>Edge computing market size (Gartner, 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300" y="2217420"/>
            <a:ext cx="5524500" cy="418338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10300" y="2217420"/>
            <a:ext cx="5524500" cy="2510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3B82F6"/>
                </a:solidFill>
                <a:latin typeface="Inter"/>
              </a:rPr>
              <a:t>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0300" y="4727448"/>
            <a:ext cx="552450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7C9CB"/>
                </a:solidFill>
                <a:latin typeface="Inter"/>
              </a:rPr>
              <a:t>Projected IoT devices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DIDs Move Trust To Devices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Decentralized identity orchestration for Edge Computing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2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Hardware Roots Anchor Device Trust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Enabling sub-millisecond authentication for Edge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Hardware Roots Anchor Device Trust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Securely integrating hardware-root-of-trust components for decentralized identity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17420"/>
            <a:ext cx="11277600" cy="418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Secure key storage.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Our Neural-Guardian Consensus Today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Artificial intelligence secures Edge Computing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17420"/>
            <a:ext cx="11277600" cy="418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Autonomous Zero-Trust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Trust Identity Orchestration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Edge Computing Nodes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Neural-Guardian Consensus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Artificial Intelligence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Byzantine Fault Tolerance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Zero-Trust Security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Protecting Edge Computing devices from cyber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6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Zero-Trust Speed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Faster authentication for Edge Computing environments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17420"/>
            <a:ext cx="11277600" cy="418338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217420"/>
            <a:ext cx="11277600" cy="2510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3B82F6"/>
                </a:solidFill>
                <a:latin typeface="Inter"/>
              </a:rPr>
              <a:t>1ms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27448"/>
            <a:ext cx="1127760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7C9CB"/>
                </a:solidFill>
                <a:latin typeface="Inter"/>
              </a:rPr>
              <a:t>Authentication latency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Zero-Trust Scaling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Enabling horizontal scaling for Edge Computing without performance degradation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8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Solving Real-World Pain Points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No Central Bottleneck Is The Moat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Decentralized identity orchestration for Edge Computing 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17420"/>
            <a:ext cx="3606800" cy="418338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217420"/>
            <a:ext cx="360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10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tuple index out of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Zero-Trust Identity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Orchestration for Secure Edge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17420"/>
            <a:ext cx="11277600" cy="418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Our team combines deep cybersecurity expertise with specific technology to protect edge devices and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 Funding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Accelerating Edge Computing security through Trust Identity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12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 Trust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Achieving key milestones in Edge Computing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17420"/>
            <a:ext cx="360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B82F6"/>
                </a:solidFill>
                <a:latin typeface="Inter"/>
              </a:rPr>
              <a:t>2022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20340"/>
            <a:ext cx="360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Inter"/>
              </a:rPr>
              <a:t>Prototype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06140"/>
            <a:ext cx="360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C9CB"/>
                </a:solidFill>
                <a:latin typeface="Inter"/>
              </a:rPr>
              <a:t>Completed Autonomous Zero-Trust Identity Orchestration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2600" y="2217420"/>
            <a:ext cx="360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B82F6"/>
                </a:solidFill>
                <a:latin typeface="Inter"/>
              </a:rPr>
              <a:t>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2600" y="2720340"/>
            <a:ext cx="360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Inter"/>
              </a:rPr>
              <a:t>Pilot Deployments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2600" y="3406140"/>
            <a:ext cx="360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C9CB"/>
                </a:solidFill>
                <a:latin typeface="Inter"/>
              </a:rPr>
              <a:t>Successfully deployed pilot projects for Edge Computing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0" y="2217420"/>
            <a:ext cx="360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B82F6"/>
                </a:solidFill>
                <a:latin typeface="Inter"/>
              </a:rPr>
              <a:t>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0" y="2720340"/>
            <a:ext cx="360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Inter"/>
              </a:rPr>
              <a:t>Scalability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0" y="3406140"/>
            <a:ext cx="360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C9CB"/>
                </a:solidFill>
                <a:latin typeface="Inter"/>
              </a:rPr>
              <a:t>Conducted large-scale testing for Trust Identity Orchestration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Neural-Guardian Is Ready For Diligence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Enabling Secure Identity Orchestration for Edge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14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Zero-Trust Identity Orchestration for Edge Computing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