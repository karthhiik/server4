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76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8FAFC"/>
                </a:solidFill>
                <a:latin typeface="Inter"/>
              </a:rPr>
              <a:t>Investor Pitch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The Urgent Problem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The Product Solves The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Our Unique Value Proposition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What Sets Us Apart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Step one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Step two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Step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Where Demand Is Concentrated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6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Revenue Follows Product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7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The Old Approach Falls Short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5524500" cy="493776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5245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8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tuple index out of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GTM Starts With Focused Buyers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9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Technology Moat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10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Capital Funds Proof And Pilots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Thank You for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Zero-Trust Identity Orchestration for Edge Computing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